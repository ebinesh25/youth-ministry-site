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29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4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511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23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97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84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7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417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353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50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7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C9C6E68-A251-43D4-B207-A2F8BE63CE9B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ECBCCFE-82E9-4986-AAE6-88785CBE3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7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10CD-9738-4315-98E4-76EF23E44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400055"/>
          </a:xfrm>
        </p:spPr>
        <p:txBody>
          <a:bodyPr/>
          <a:lstStyle/>
          <a:p>
            <a:r>
              <a:rPr lang="en-IN" sz="9600" dirty="0">
                <a:solidFill>
                  <a:srgbClr val="002060"/>
                </a:solidFill>
                <a:latin typeface="Cooper Black" panose="0208090404030B020404" pitchFamily="18" charset="0"/>
              </a:rPr>
              <a:t>REWRITE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50BBE-2CDB-4CC0-B4C0-52AC3793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572000"/>
            <a:ext cx="9070848" cy="744071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YOUTH INVITATION SERVICE 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JUNE 28</a:t>
            </a:r>
            <a:r>
              <a:rPr lang="en-IN" sz="2400" b="1" baseline="30000" dirty="0">
                <a:solidFill>
                  <a:srgbClr val="002060"/>
                </a:solidFill>
              </a:rPr>
              <a:t>th</a:t>
            </a:r>
            <a:r>
              <a:rPr lang="en-IN" sz="2400" b="1" dirty="0">
                <a:solidFill>
                  <a:srgbClr val="002060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67417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1D9B-E980-4540-B434-95B30EBA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D68930-118F-4D40-9F7D-3B9B850319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118" y="642594"/>
            <a:ext cx="7153835" cy="55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973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3C18-1C3A-4F0F-8F09-0389880D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677524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solidFill>
                  <a:srgbClr val="002060"/>
                </a:solidFill>
                <a:latin typeface="Berlin Sans FB Demi" panose="020E0802020502020306" pitchFamily="34" charset="0"/>
              </a:rPr>
              <a:t>- THE WORLD TRIES TO MINIMIZE OUR MOURNING.</a:t>
            </a:r>
            <a:br>
              <a:rPr lang="en-IN" sz="6000" dirty="0">
                <a:solidFill>
                  <a:srgbClr val="002060"/>
                </a:solidFill>
                <a:latin typeface="Berlin Sans FB Demi" panose="020E0802020502020306" pitchFamily="34" charset="0"/>
              </a:rPr>
            </a:br>
            <a:br>
              <a:rPr lang="en-IN" sz="6000" dirty="0">
                <a:solidFill>
                  <a:srgbClr val="002060"/>
                </a:solidFill>
                <a:latin typeface="Berlin Sans FB Demi" panose="020E0802020502020306" pitchFamily="34" charset="0"/>
              </a:rPr>
            </a:br>
            <a:r>
              <a:rPr lang="en-IN" sz="6000" dirty="0">
                <a:solidFill>
                  <a:srgbClr val="002060"/>
                </a:solidFill>
                <a:latin typeface="Berlin Sans FB Demi" panose="020E0802020502020306" pitchFamily="34" charset="0"/>
              </a:rPr>
              <a:t>- BUT OUR GOD ACKNOWLEDGES OUR PAIN &amp; MOURNING AND REWRITES IT.</a:t>
            </a:r>
          </a:p>
        </p:txBody>
      </p:sp>
    </p:spTree>
    <p:extLst>
      <p:ext uri="{BB962C8B-B14F-4D97-AF65-F5344CB8AC3E}">
        <p14:creationId xmlns:p14="http://schemas.microsoft.com/office/powerpoint/2010/main" val="282018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E44D-84A4-4DC7-93B6-E87A2100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632700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REWRITING IS A NEW BEGINNING.</a:t>
            </a:r>
            <a:b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REWRITING IS A MEANINGFUL START FOR A GLORIOUS LIFE.</a:t>
            </a:r>
            <a:b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sz="4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REWRITING IS RESTORING DIGNITY, PURPOSE &amp; CONFIDENCE.</a:t>
            </a:r>
          </a:p>
        </p:txBody>
      </p:sp>
    </p:spTree>
    <p:extLst>
      <p:ext uri="{BB962C8B-B14F-4D97-AF65-F5344CB8AC3E}">
        <p14:creationId xmlns:p14="http://schemas.microsoft.com/office/powerpoint/2010/main" val="302523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9CC0-3FF0-453F-AAA3-C09111FD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1DE82E-D3F2-433A-A52A-6DA98C1809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42594"/>
            <a:ext cx="9359153" cy="55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52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C270-69EF-4F57-8B7C-0A6768A2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577599-9E51-45BE-BD23-E82BEF5A61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447" y="642594"/>
            <a:ext cx="8346141" cy="564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33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6AEC-95D0-415F-8C1A-9D778316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43A5BD3-1E03-47AD-AAD6-5219EE2069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42594"/>
            <a:ext cx="10058400" cy="55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70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9198-ACC7-4DF5-ABBB-3847E464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5605806"/>
          </a:xfrm>
        </p:spPr>
        <p:txBody>
          <a:bodyPr>
            <a:normAutofit/>
          </a:bodyPr>
          <a:lstStyle/>
          <a:p>
            <a:r>
              <a:rPr lang="en-IN" sz="19900" dirty="0">
                <a:solidFill>
                  <a:srgbClr val="002060"/>
                </a:solidFill>
                <a:latin typeface="Cooper Black" panose="0208090404030B020404" pitchFamily="18" charset="0"/>
              </a:rPr>
              <a:t>   WE </a:t>
            </a:r>
            <a:br>
              <a:rPr lang="en-IN" sz="19900" dirty="0">
                <a:solidFill>
                  <a:srgbClr val="002060"/>
                </a:solidFill>
                <a:latin typeface="Cooper Black" panose="0208090404030B020404" pitchFamily="18" charset="0"/>
              </a:rPr>
            </a:br>
            <a:r>
              <a:rPr lang="en-IN" sz="19900" dirty="0">
                <a:solidFill>
                  <a:srgbClr val="002060"/>
                </a:solidFill>
                <a:latin typeface="Cooper Black" panose="0208090404030B020404" pitchFamily="18" charset="0"/>
              </a:rPr>
              <a:t>   OUR</a:t>
            </a:r>
          </a:p>
        </p:txBody>
      </p:sp>
    </p:spTree>
    <p:extLst>
      <p:ext uri="{BB962C8B-B14F-4D97-AF65-F5344CB8AC3E}">
        <p14:creationId xmlns:p14="http://schemas.microsoft.com/office/powerpoint/2010/main" val="2716793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19F8-7B1C-44D5-930C-CA36A177C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044CE4C-1B2D-4821-B9F5-13E8DCD5F5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642594"/>
            <a:ext cx="10058399" cy="55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79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480C-8F7E-439F-857C-D3C5459A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8250AF5-ACB0-4FE8-840B-0E1A10A510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529" y="642594"/>
            <a:ext cx="9161930" cy="55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912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42</TotalTime>
  <Words>68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Aharoni</vt:lpstr>
      <vt:lpstr>Arial</vt:lpstr>
      <vt:lpstr>Berlin Sans FB Demi</vt:lpstr>
      <vt:lpstr>Century Gothic</vt:lpstr>
      <vt:lpstr>Cooper Black</vt:lpstr>
      <vt:lpstr>Garamond</vt:lpstr>
      <vt:lpstr>Savon</vt:lpstr>
      <vt:lpstr>REWRITE</vt:lpstr>
      <vt:lpstr>PowerPoint Presentation</vt:lpstr>
      <vt:lpstr>- THE WORLD TRIES TO MINIMIZE OUR MOURNING.  - BUT OUR GOD ACKNOWLEDGES OUR PAIN &amp; MOURNING AND REWRITES IT.</vt:lpstr>
      <vt:lpstr>- REWRITING IS A NEW BEGINNING.  - REWRITING IS A MEANINGFUL START FOR A GLORIOUS LIFE.  - REWRITING IS RESTORING DIGNITY, PURPOSE &amp; CONFIDENCE.</vt:lpstr>
      <vt:lpstr>PowerPoint Presentation</vt:lpstr>
      <vt:lpstr>PowerPoint Presentation</vt:lpstr>
      <vt:lpstr>PowerPoint Presentation</vt:lpstr>
      <vt:lpstr>   WE     OUR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REWRITE</dc:title>
  <dc:creator>Felix Jesu</dc:creator>
  <cp:lastModifiedBy>Felix Jesu</cp:lastModifiedBy>
  <cp:revision>1</cp:revision>
  <dcterms:created xsi:type="dcterms:W3CDTF">2026-06-27T14:35:46Z</dcterms:created>
  <dcterms:modified xsi:type="dcterms:W3CDTF">2026-06-27T15:17:56Z</dcterms:modified>
</cp:coreProperties>
</file>